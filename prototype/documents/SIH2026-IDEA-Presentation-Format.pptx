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deotare" userId="db575b05a20356a7" providerId="LiveId" clId="{612C8148-0B59-4FAD-B7CA-EA7FB632AB09}"/>
    <pc:docChg chg="undo custSel modSld">
      <pc:chgData name="atharva deotare" userId="db575b05a20356a7" providerId="LiveId" clId="{612C8148-0B59-4FAD-B7CA-EA7FB632AB09}" dt="2026-09-09T10:29:55.820" v="1" actId="478"/>
      <pc:docMkLst>
        <pc:docMk/>
      </pc:docMkLst>
      <pc:sldChg chg="addSp delSp mod">
        <pc:chgData name="atharva deotare" userId="db575b05a20356a7" providerId="LiveId" clId="{612C8148-0B59-4FAD-B7CA-EA7FB632AB09}" dt="2026-09-09T10:29:55.820" v="1" actId="478"/>
        <pc:sldMkLst>
          <pc:docMk/>
          <pc:sldMk cId="2997144140" sldId="294"/>
        </pc:sldMkLst>
        <pc:spChg chg="add del">
          <ac:chgData name="atharva deotare" userId="db575b05a20356a7" providerId="LiveId" clId="{612C8148-0B59-4FAD-B7CA-EA7FB632AB09}" dt="2026-09-09T10:29:55.820" v="1" actId="478"/>
          <ac:spMkLst>
            <pc:docMk/>
            <pc:sldMk cId="2997144140" sldId="294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7504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TradeGothic</vt:lpstr>
      <vt:lpstr>Arial</vt:lpstr>
      <vt:lpstr>Calibri</vt:lpstr>
      <vt:lpstr>Garamond</vt:lpstr>
      <vt:lpstr>Times New Roman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atharva deotare</cp:lastModifiedBy>
  <cp:revision>148</cp:revision>
  <dcterms:created xsi:type="dcterms:W3CDTF">2013-12-12T18:46:50Z</dcterms:created>
  <dcterms:modified xsi:type="dcterms:W3CDTF">2026-09-09T10:30:05Z</dcterms:modified>
  <cp:category/>
</cp:coreProperties>
</file>